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4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33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82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88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615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121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1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46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85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569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227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0663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54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8523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448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460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271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8C358-FCF8-4737-AF7B-0D5F44F80F9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F25A27B-958D-4DDC-A478-52CB5D636C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4920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  <p:sldLayoutId id="2147483910" r:id="rId14"/>
    <p:sldLayoutId id="2147483911" r:id="rId15"/>
    <p:sldLayoutId id="21474839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8BC87-496C-46F9-AC2B-7D0B9D353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428129" cy="1298108"/>
          </a:xfrm>
        </p:spPr>
        <p:txBody>
          <a:bodyPr>
            <a:normAutofit/>
          </a:bodyPr>
          <a:lstStyle/>
          <a:p>
            <a:r>
              <a:rPr lang="en-IN" sz="36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1D2B6-BB6A-4452-9B6E-36A5904DA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7059" y="3318061"/>
            <a:ext cx="6723529" cy="2238937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       : J.THIRUCHANTHAN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NO             :2413410180121001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 ID                           :8206BAD64BD7CC284084AA5257C455E2</a:t>
            </a:r>
          </a:p>
          <a:p>
            <a:pPr algn="l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          :INFORMATION TECHNOLOGY                                                                                                                                                                   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LOGY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       :BEST ARTS AND SCIENCE COLLEGE,SIRKALI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41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79CADF-6E50-40F3-9F3B-11C33052D081}"/>
              </a:ext>
            </a:extLst>
          </p:cNvPr>
          <p:cNvSpPr txBox="1"/>
          <p:nvPr/>
        </p:nvSpPr>
        <p:spPr>
          <a:xfrm>
            <a:off x="1048872" y="1143000"/>
            <a:ext cx="848509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IN" sz="28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 Student portfolio using FWD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405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6BC8D5-1592-4284-9346-A51032E3580D}"/>
              </a:ext>
            </a:extLst>
          </p:cNvPr>
          <p:cNvSpPr txBox="1"/>
          <p:nvPr/>
        </p:nvSpPr>
        <p:spPr>
          <a:xfrm>
            <a:off x="1089212" y="1264024"/>
            <a:ext cx="9681882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		</a:t>
            </a:r>
            <a:r>
              <a:rPr lang="en-IN" sz="28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  <a:p>
            <a:r>
              <a:rPr lang="en-IN" dirty="0"/>
              <a:t> </a:t>
            </a:r>
          </a:p>
          <a:p>
            <a:pPr marL="2571750" lvl="5" indent="-28575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571750" lvl="5" indent="-28575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2571750" lvl="5" indent="-28575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marL="2571750" lvl="5" indent="-28575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pPr marL="2571750" lvl="5" indent="-28575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marL="2571750" lvl="5" indent="-28575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</a:p>
          <a:p>
            <a:pPr marL="2571750" lvl="5" indent="-28575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Screenshots</a:t>
            </a:r>
          </a:p>
          <a:p>
            <a:pPr marL="2571750" lvl="5" indent="-28575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2571750" lvl="5" indent="-285750">
              <a:buFont typeface="Wingdings" panose="05000000000000000000" pitchFamily="2" charset="2"/>
              <a:buChar char="v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</a:p>
        </p:txBody>
      </p:sp>
    </p:spTree>
    <p:extLst>
      <p:ext uri="{BB962C8B-B14F-4D97-AF65-F5344CB8AC3E}">
        <p14:creationId xmlns:p14="http://schemas.microsoft.com/office/powerpoint/2010/main" val="222985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C581A6-8C95-413F-8710-0850B649653A}"/>
              </a:ext>
            </a:extLst>
          </p:cNvPr>
          <p:cNvSpPr txBox="1"/>
          <p:nvPr/>
        </p:nvSpPr>
        <p:spPr>
          <a:xfrm>
            <a:off x="1828800" y="1586753"/>
            <a:ext cx="76648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endParaRPr lang="en-IN" sz="2400" dirty="0"/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Contains About Me,  Projects, Skills, Contact And Pictures</a:t>
            </a:r>
          </a:p>
        </p:txBody>
      </p:sp>
    </p:spTree>
    <p:extLst>
      <p:ext uri="{BB962C8B-B14F-4D97-AF65-F5344CB8AC3E}">
        <p14:creationId xmlns:p14="http://schemas.microsoft.com/office/powerpoint/2010/main" val="3721633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380970-070D-4297-AFB5-02DF845C071F}"/>
              </a:ext>
            </a:extLst>
          </p:cNvPr>
          <p:cNvSpPr/>
          <p:nvPr/>
        </p:nvSpPr>
        <p:spPr>
          <a:xfrm>
            <a:off x="1331260" y="1320533"/>
            <a:ext cx="8135470" cy="3239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IN" sz="24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IN" sz="2400" dirty="0"/>
          </a:p>
          <a:p>
            <a:endParaRPr lang="en-IN" dirty="0"/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Today Digital Era Traditional Resume Alone Are Not Enough To Showcase Skills And Projects Effectively. Many Students And Professionals Lack A Structures Online Presence To Highlight Their Work. A Digital Portfolio Provides An Interactive And  Accessible Platform To Present Achievements, Skills And Experiences. </a:t>
            </a:r>
          </a:p>
        </p:txBody>
      </p:sp>
    </p:spTree>
    <p:extLst>
      <p:ext uri="{BB962C8B-B14F-4D97-AF65-F5344CB8AC3E}">
        <p14:creationId xmlns:p14="http://schemas.microsoft.com/office/powerpoint/2010/main" val="182950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30DFB7-8DA2-4FCA-A099-B4D7EBFD0A7A}"/>
              </a:ext>
            </a:extLst>
          </p:cNvPr>
          <p:cNvSpPr/>
          <p:nvPr/>
        </p:nvSpPr>
        <p:spPr>
          <a:xfrm>
            <a:off x="1828800" y="1255200"/>
            <a:ext cx="7315200" cy="3239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IN" sz="24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WHO ARE THE END USERS?</a:t>
            </a:r>
          </a:p>
          <a:p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STUDENTS(academic projects, resumes)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JOB SEEKERS(to share with recruiters)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PROFESSIONALS(to show clients)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SOFTWARE EMPLOYEE</a:t>
            </a:r>
          </a:p>
        </p:txBody>
      </p:sp>
    </p:spTree>
    <p:extLst>
      <p:ext uri="{BB962C8B-B14F-4D97-AF65-F5344CB8AC3E}">
        <p14:creationId xmlns:p14="http://schemas.microsoft.com/office/powerpoint/2010/main" val="2174892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DF07DD-FC74-484C-863F-3F50A4EED44D}"/>
              </a:ext>
            </a:extLst>
          </p:cNvPr>
          <p:cNvSpPr/>
          <p:nvPr/>
        </p:nvSpPr>
        <p:spPr>
          <a:xfrm>
            <a:off x="3048000" y="1809198"/>
            <a:ext cx="6096000" cy="287027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IN" sz="24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  </a:t>
            </a:r>
          </a:p>
          <a:p>
            <a:pPr lvl="1"/>
            <a:endParaRPr lang="en-I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HTML – Pages Sections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CSS-LAYOUT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colors,font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JAVASCRIPT-interactive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navigation,form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 – implementation code editor,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</a:p>
        </p:txBody>
      </p:sp>
    </p:spTree>
    <p:extLst>
      <p:ext uri="{BB962C8B-B14F-4D97-AF65-F5344CB8AC3E}">
        <p14:creationId xmlns:p14="http://schemas.microsoft.com/office/powerpoint/2010/main" val="3935720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54DF9A-2286-400F-B135-B612AA2D7D7C}"/>
              </a:ext>
            </a:extLst>
          </p:cNvPr>
          <p:cNvSpPr/>
          <p:nvPr/>
        </p:nvSpPr>
        <p:spPr>
          <a:xfrm>
            <a:off x="3048000" y="1255200"/>
            <a:ext cx="6096000" cy="434760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IN" sz="24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TECHNIQUES</a:t>
            </a:r>
          </a:p>
          <a:p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SECTION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MOBILE/DESKTOP/TABLET</a:t>
            </a:r>
          </a:p>
        </p:txBody>
      </p:sp>
    </p:spTree>
    <p:extLst>
      <p:ext uri="{BB962C8B-B14F-4D97-AF65-F5344CB8AC3E}">
        <p14:creationId xmlns:p14="http://schemas.microsoft.com/office/powerpoint/2010/main" val="650164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13DBFE-2393-4E12-BBE0-E9A65E652C59}"/>
              </a:ext>
            </a:extLst>
          </p:cNvPr>
          <p:cNvSpPr/>
          <p:nvPr/>
        </p:nvSpPr>
        <p:spPr>
          <a:xfrm>
            <a:off x="3048000" y="1255200"/>
            <a:ext cx="6096000" cy="379360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IN" sz="24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FEATUERS AND FUNCTIONALITY</a:t>
            </a:r>
          </a:p>
          <a:p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NAVIGATION BAR WITH SMOTH SCROLLING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DETAILS/HYPERLINKS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ELEMENTS – ANIMATIONS, HOVER EFFECTS,BACKGROUND COLOUR CHANGE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FROM VALIDATE</a:t>
            </a:r>
          </a:p>
        </p:txBody>
      </p:sp>
    </p:spTree>
    <p:extLst>
      <p:ext uri="{BB962C8B-B14F-4D97-AF65-F5344CB8AC3E}">
        <p14:creationId xmlns:p14="http://schemas.microsoft.com/office/powerpoint/2010/main" val="3807827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054E93-AFFB-4010-AE79-E44C881997B2}"/>
              </a:ext>
            </a:extLst>
          </p:cNvPr>
          <p:cNvSpPr/>
          <p:nvPr/>
        </p:nvSpPr>
        <p:spPr>
          <a:xfrm>
            <a:off x="2689670" y="1019744"/>
            <a:ext cx="4932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IN" sz="24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 AND SCREENSHOT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6B4967-8F1B-45A1-B90B-514D5B1ED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459" y="2125512"/>
            <a:ext cx="5593976" cy="439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08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88D5D6-40FA-4D2A-B22C-E23BA4BCDD02}"/>
              </a:ext>
            </a:extLst>
          </p:cNvPr>
          <p:cNvSpPr/>
          <p:nvPr/>
        </p:nvSpPr>
        <p:spPr>
          <a:xfrm>
            <a:off x="1788460" y="1019744"/>
            <a:ext cx="6790764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IN" sz="24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1"/>
            <a:endParaRPr lang="en-IN" sz="2400" b="1" u="sng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Share With Recruiters It Makes Online Presence</a:t>
            </a:r>
          </a:p>
        </p:txBody>
      </p:sp>
    </p:spTree>
    <p:extLst>
      <p:ext uri="{BB962C8B-B14F-4D97-AF65-F5344CB8AC3E}">
        <p14:creationId xmlns:p14="http://schemas.microsoft.com/office/powerpoint/2010/main" val="2768324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CA292E-E8B4-4C5E-AD54-67F3588D834B}"/>
              </a:ext>
            </a:extLst>
          </p:cNvPr>
          <p:cNvSpPr/>
          <p:nvPr/>
        </p:nvSpPr>
        <p:spPr>
          <a:xfrm>
            <a:off x="2689670" y="1019744"/>
            <a:ext cx="27414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/>
            <a:r>
              <a:rPr lang="en-IN" sz="24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</p:spTree>
    <p:extLst>
      <p:ext uri="{BB962C8B-B14F-4D97-AF65-F5344CB8AC3E}">
        <p14:creationId xmlns:p14="http://schemas.microsoft.com/office/powerpoint/2010/main" val="21321356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380</TotalTime>
  <Words>258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Times New Roman</vt:lpstr>
      <vt:lpstr>Trebuchet MS</vt:lpstr>
      <vt:lpstr>Wingdings</vt:lpstr>
      <vt:lpstr>Wingdings 3</vt:lpstr>
      <vt:lpstr>Facet</vt:lpstr>
      <vt:lpstr>DIGITAL PORTFOLIO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PORTFOLIO</dc:title>
  <dc:creator>BEST</dc:creator>
  <cp:lastModifiedBy>BEST</cp:lastModifiedBy>
  <cp:revision>39</cp:revision>
  <dcterms:created xsi:type="dcterms:W3CDTF">2025-09-08T06:25:09Z</dcterms:created>
  <dcterms:modified xsi:type="dcterms:W3CDTF">2025-09-12T07:25:27Z</dcterms:modified>
</cp:coreProperties>
</file>